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BuildFlow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59E0B"/>
                </a:solidFill>
                <a:latin typeface="Calibri"/>
              </a:rPr>
              <a:t>Product walkthrough for the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alibri"/>
              </a:rPr>
              <a:t>Construction ERP  ·  Inventory / Stock  ·  Platform Admin
All major functions, roles, and why it matters — with live web &amp; mobile screens.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Demo logins used: Platform Admin + Company Owner (full access)  ·  OTP seed: 111111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What this deck covers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What BuildFlow is (two products, one platform)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Why teams adopt it — product strengths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Roles across Construction, Inventory &amp; Platform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How to sign in (admin / owner demos)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Construction ERP — every major module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Inventory / Stock — every major module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Platform Admin console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Suggested team walkthrough paths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371600"/>
            <a:ext cx="4846320" cy="4389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600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Screenshot convention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1031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Left / wide = Desktop web (1440×900)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Right / tall = Mobile viewport (390×844)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Captured from running local app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Owner role for full module access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Platform Admin for tenant 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v2.0  ·  Internal team walkthrough  ·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is BuildFlow?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One codebase · two product modes · role-aware UX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94960" cy="4754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  <a:latin typeface="Calibri"/>
              </a:rPr>
              <a:t>Construction ERP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Projects, BOQ &amp; estimation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Proposals / tendering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CPM planning &amp; schedules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Daily site reports &amp; attendance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Procurement, stock, subcontractors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Accounting (invoices, bills, Tally)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AI assistant + notifications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Company settings, users, permissions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394960" cy="4754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087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3A5F"/>
                </a:solidFill>
                <a:latin typeface="Calibri"/>
              </a:rPr>
              <a:t>Inventory / 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Stock home with scan &amp; checkout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Materials / SKU catalog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Parties (customers &amp; vendors)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Quotes → Sales → Invoices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Warehouse transfers &amp; GRN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Procurement / purchase bills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Reports + GST-oriented flows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Profiles: retail, wholesale, materials, events…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v2.0  ·  Internal team walkthrough  ·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Why BuildFlow — product strengths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Talking points for 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669280" cy="1143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09728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Field + boardroom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Same app on phone and desktop — supervisors on site, owners in the office.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143000"/>
            <a:ext cx="5669280" cy="1143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143000"/>
            <a:ext cx="109728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280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Role-based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6002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Permissions per role; Owners can customize. Site roles hide amounts when needed.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23160"/>
            <a:ext cx="5669280" cy="1143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423160"/>
            <a:ext cx="109728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603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Two products, shared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8803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Construction ERP and Inventory tenants on one stack; Platform Admin oversees all.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423160"/>
            <a:ext cx="5669280" cy="1143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423160"/>
            <a:ext cx="109728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5603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India-ready 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8803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₹ currency, GST-oriented invoices/bills, Tally export, OTP login (email/SMS).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03320"/>
            <a:ext cx="5669280" cy="1143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703320"/>
            <a:ext cx="109728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8404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End-to-end construction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1605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Estimate → BOQ → procure → measure → invoice — not disconnected tools.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703320"/>
            <a:ext cx="5669280" cy="1143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703320"/>
            <a:ext cx="109728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8404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Inventory verticals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1605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Material supplier, retail/kirana FEFO, events/lighting wording, multi-warehouse.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983479"/>
            <a:ext cx="5669280" cy="1143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983479"/>
            <a:ext cx="109728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12063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AI assistant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440679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In-app assistant FAB with permission-aware tools for faster ops.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983479"/>
            <a:ext cx="5669280" cy="1143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4983479"/>
            <a:ext cx="109728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512063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Audit &amp; support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5440679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Audit log, tickets, escalations to Platform — built for multi-tenant SaaS.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v2.0  ·  Internal team walkthrough  ·  Confidential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Roles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Construction · Inventory ·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Construction ERP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Owner / MD — full access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Project Manager (PM)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Deputy PM (DPM)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Senior QC Engineer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Mechanical Manager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Store Incharge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WeighBridge Incharge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Site Supervisor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Accountant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Inventory 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365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Owner — full inventory + settings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Inventory Manager — day-to-day stock, sales, procurement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5F"/>
                </a:solidFill>
                <a:latin typeface="Calibri"/>
              </a:rPr>
              <a:t>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7033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Platform Admin — tenants, subscriptions, escalated tickets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Separate login: /platform/login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143000"/>
            <a:ext cx="3566160" cy="4937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371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Calibri"/>
              </a:rPr>
              <a:t>Design principle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19202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OWNER gets every permission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Field roles focus on reports / stock / QC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Accountant owns money flows + Tally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Site Supervisor can hide financials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Calibri"/>
              </a:rPr>
              <a:t>•  Company can customize role permissions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v2.0  ·  Internal team walkthrough  ·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Demo credentials (seed)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Use these for local walkthroughs — password/OTP as noted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11430000" cy="16459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Platform Admin (used for platform screens in this deck)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Calibri"/>
              </a:rPr>
              <a:t>URL:  /platform/login
Email:  admin@buildflow.com
Password:  Admin@1234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017520"/>
            <a:ext cx="5577840" cy="3017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Construction (Owner)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Company: Reddy Constructions Pvt Ltd
Email: owner@reddyconst.com
OTP: 111111 (seed master code)
Also: pm@ · dpm@ · qc@ · store@ ·
site@ · accounts@ · weighbridge@ ·
mechanical@reddyconst.com  (same OTP)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017520"/>
            <a:ext cx="5577840" cy="3017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200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Inventory (Owner)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65760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Calibri"/>
              </a:rPr>
              <a:t>Materials demo (richest):
owner@hydmaterials.com  ·  OTP 111111
Also: kirana-demo · luminalighting ·
cityhardware · deccanwholesale ·
southdistro · apextrading · forgeequip ·
generalstore  (see DEMO_CREDENTIALS.txt)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v2.0  ·  Internal team walkthrough  ·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Sign-in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Company OTP login + Platform password login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680960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98932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Web — company login (email/mobile + OTP)</a:t>
            </a:r>
          </a:p>
        </p:txBody>
      </p:sp>
      <p:pic>
        <p:nvPicPr>
          <p:cNvPr id="8" name="Picture 7" descr="mobile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143000"/>
            <a:ext cx="3383280" cy="73217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21040" y="59893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Mobile — same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v2.0  ·  Internal team walkthrough  ·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Platform 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Tenant oversight — admin@buildflow.com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_platform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680960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98932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Web — companies count, tickets, navigation</a:t>
            </a:r>
          </a:p>
        </p:txBody>
      </p:sp>
      <p:pic>
        <p:nvPicPr>
          <p:cNvPr id="8" name="Picture 7" descr="mobile_platform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143000"/>
            <a:ext cx="3383280" cy="73217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21040" y="59893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Mobile viewport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v2.0  ·  Internal team walkthrough  ·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Platform — Companies &amp; tickets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Search tenants, subscriptions, escalations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_platform_compan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5760720" cy="3600450"/>
          </a:xfrm>
          <a:prstGeom prst="rect">
            <a:avLst/>
          </a:prstGeom>
        </p:spPr>
      </p:pic>
      <p:pic>
        <p:nvPicPr>
          <p:cNvPr id="7" name="Picture 6" descr="web_platform_tick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5577840" cy="3486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5989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Companies: manage subscriptions &amp; legal fields   ·   Tickets: review owner escalations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v2.0  ·  Internal team walkthrough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Construction — Owner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Projects health, cash, budget burn, quick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_construct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680960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98932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Web — Owner Dashboard (Reddy Constructions)</a:t>
            </a:r>
          </a:p>
        </p:txBody>
      </p:sp>
      <p:pic>
        <p:nvPicPr>
          <p:cNvPr id="8" name="Picture 7" descr="mobile_construction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143000"/>
            <a:ext cx="3383280" cy="73217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21040" y="59893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Mobile — condensed 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v2.0  ·  Internal team walkthrough  ·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Construction —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Project list, create, detail (BOQ, procurement, COs…)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_construction_pro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680960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98932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Web — Projects workspace</a:t>
            </a:r>
          </a:p>
        </p:txBody>
      </p:sp>
      <p:pic>
        <p:nvPicPr>
          <p:cNvPr id="8" name="Picture 7" descr="mobile_construction_proje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143000"/>
            <a:ext cx="3383280" cy="73217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21040" y="59893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Mobile — project 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v2.0  ·  Internal team walkthrough  ·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Construction — Proposals &amp;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Tenders, estimates, rate analysis, BOQ conversion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_construction_propos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5760720" cy="3600450"/>
          </a:xfrm>
          <a:prstGeom prst="rect">
            <a:avLst/>
          </a:prstGeom>
        </p:spPr>
      </p:pic>
      <p:pic>
        <p:nvPicPr>
          <p:cNvPr id="7" name="Picture 6" descr="web_construction_esti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5577840" cy="3486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5989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Left: Proposals  ·  Right: Estimation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v2.0  ·  Internal team walkthrough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Construction — Planning &amp; Site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Schedules + daily operational reporting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_construction_pla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5760720" cy="3600450"/>
          </a:xfrm>
          <a:prstGeom prst="rect">
            <a:avLst/>
          </a:prstGeom>
        </p:spPr>
      </p:pic>
      <p:pic>
        <p:nvPicPr>
          <p:cNvPr id="7" name="Picture 6" descr="web_construction_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5577840" cy="3486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5989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Left: Planning  ·  Right: Reports (site ops)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v2.0  ·  Internal team walkthrough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Construction — Accounting &amp; Reports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Invoices, bills, payments · downloadable finance reports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_construction_accoun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5760720" cy="3600450"/>
          </a:xfrm>
          <a:prstGeom prst="rect">
            <a:avLst/>
          </a:prstGeom>
        </p:spPr>
      </p:pic>
      <p:pic>
        <p:nvPicPr>
          <p:cNvPr id="7" name="Picture 6" descr="web_construction_reports_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5577840" cy="3486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5989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Left: Accounting  ·  Right: Reports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v2.0  ·  Internal team walkthrough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Construction — Assistant &amp;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Permission-aware AI assistant + in-app notifications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_construction_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5760720" cy="3600450"/>
          </a:xfrm>
          <a:prstGeom prst="rect">
            <a:avLst/>
          </a:prstGeom>
        </p:spPr>
      </p:pic>
      <p:pic>
        <p:nvPicPr>
          <p:cNvPr id="7" name="Picture 6" descr="web_construction_notifi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5577840" cy="3486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5989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Left: BuildFlow Assistant (overlay on dashboard)  ·  Right: Alerts / notifications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v2.0  ·  Internal team walkthrough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Construction — Admin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Company, users/invites, role permissions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_construction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3840480" cy="2400300"/>
          </a:xfrm>
          <a:prstGeom prst="rect">
            <a:avLst/>
          </a:prstGeom>
        </p:spPr>
      </p:pic>
      <p:pic>
        <p:nvPicPr>
          <p:cNvPr id="7" name="Picture 6" descr="web_construction_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97280"/>
            <a:ext cx="3840480" cy="2400300"/>
          </a:xfrm>
          <a:prstGeom prst="rect">
            <a:avLst/>
          </a:prstGeom>
        </p:spPr>
      </p:pic>
      <p:pic>
        <p:nvPicPr>
          <p:cNvPr id="8" name="Picture 7" descr="web_construction_permiss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097280"/>
            <a:ext cx="3840480" cy="2400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" y="59893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Settings home  ·  Users &amp; invites  ·  Role permissions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v2.0  ·  Internal team walkthrough  ·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Construction — function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Everything under the ERP product mode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834640" cy="4937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Workspace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2560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Home / Owner Dashboard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Projects (create &amp; detail)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Planning / CPM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188720"/>
            <a:ext cx="2834640" cy="4937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920240"/>
            <a:ext cx="2560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Proposals &amp; tenders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Estimation &amp; rate analysis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Site reports &amp; attendance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Drawings / snags / RFIs (in project)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2834640" cy="4937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Finance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2560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Accounting (AR/AP)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Reports Hub downloads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Petty cash / change orders (project)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Tally export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188720"/>
            <a:ext cx="2834640" cy="4937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1371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Admin &amp; more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1920240"/>
            <a:ext cx="2560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Settings · Company · Billing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Users &amp; invites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Permissions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Integrations · Audit · Export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Calibri"/>
              </a:rPr>
              <a:t>•  Assistant · 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v2.0  ·  Internal team walkthrough  · 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Inventory — Stock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Value overview, search, scan, checkout, adjust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_inventory_st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7680960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98932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Web — Stock (Hyderabad Building Materials)</a:t>
            </a:r>
          </a:p>
        </p:txBody>
      </p:sp>
      <p:pic>
        <p:nvPicPr>
          <p:cNvPr id="8" name="Picture 7" descr="mobile_inventory_st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143000"/>
            <a:ext cx="3383280" cy="73217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21040" y="59893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Mobile — Stock + bottom tabs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v2.0  ·  Internal team walkthrough  ·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Inventory — Materials &amp; Parties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SKU catalog + customers/vendors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_inventory_materi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5760720" cy="3600450"/>
          </a:xfrm>
          <a:prstGeom prst="rect">
            <a:avLst/>
          </a:prstGeom>
        </p:spPr>
      </p:pic>
      <p:pic>
        <p:nvPicPr>
          <p:cNvPr id="7" name="Picture 6" descr="web_inventory_par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5577840" cy="3486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5989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Left: Materials  ·  Right: Parties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v2.0  ·  Internal team walkthrough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Inventory — Quotes &amp; 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Quote → sell / POS-style checkout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_inventory_quo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5760720" cy="3600450"/>
          </a:xfrm>
          <a:prstGeom prst="rect">
            <a:avLst/>
          </a:prstGeom>
        </p:spPr>
      </p:pic>
      <p:pic>
        <p:nvPicPr>
          <p:cNvPr id="7" name="Picture 6" descr="web_inventory_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5577840" cy="3486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5989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Left: Quotes  ·  Right: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v2.0  ·  Internal team walkthrough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Inventory — Warehouse &amp; Procurement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Transfers, staging, purchase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_inventory_ware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5760720" cy="3600450"/>
          </a:xfrm>
          <a:prstGeom prst="rect">
            <a:avLst/>
          </a:prstGeom>
        </p:spPr>
      </p:pic>
      <p:pic>
        <p:nvPicPr>
          <p:cNvPr id="7" name="Picture 6" descr="web_inventory_procur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5577840" cy="3486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5989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Left: Warehouse  ·  Right: Procurement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v2.0  ·  Internal team walkthrough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Inventory — Invoices &amp; Bills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AR (sales invoices) and AP (purchase bills)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_inventory_invo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5760720" cy="3600450"/>
          </a:xfrm>
          <a:prstGeom prst="rect">
            <a:avLst/>
          </a:prstGeom>
        </p:spPr>
      </p:pic>
      <p:pic>
        <p:nvPicPr>
          <p:cNvPr id="7" name="Picture 6" descr="web_inventory_bi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5577840" cy="3486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5989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Left: Invoices  ·  Right: Bills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v2.0  ·  Internal team walkthrough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Inventory — Reports &amp;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Ops insights + business profile / 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_inventory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5760720" cy="3600450"/>
          </a:xfrm>
          <a:prstGeom prst="rect">
            <a:avLst/>
          </a:prstGeom>
        </p:spPr>
      </p:pic>
      <p:pic>
        <p:nvPicPr>
          <p:cNvPr id="7" name="Picture 6" descr="web_inventory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97280"/>
            <a:ext cx="5577840" cy="3486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5989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Calibri"/>
              </a:rPr>
              <a:t>Left: Reports  ·  Right: Settings (profile, vertical, team)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v2.0  ·  Internal team walkthrough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Inventory on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Bottom tabs for field / counter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obile_inventory_st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2651760" cy="57386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6035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Calibri"/>
              </a:rPr>
              <a:t>Stock</a:t>
            </a:r>
          </a:p>
        </p:txBody>
      </p:sp>
      <p:pic>
        <p:nvPicPr>
          <p:cNvPr id="8" name="Picture 7" descr="mobile_inventory_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143000"/>
            <a:ext cx="2651760" cy="57386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37560" y="6035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Calibri"/>
              </a:rPr>
              <a:t>Sales</a:t>
            </a:r>
          </a:p>
        </p:txBody>
      </p:sp>
      <p:pic>
        <p:nvPicPr>
          <p:cNvPr id="10" name="Picture 9" descr="mobile_inventory_wareho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143000"/>
            <a:ext cx="2651760" cy="57386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6035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Calibri"/>
              </a:rPr>
              <a:t>Warehouse</a:t>
            </a:r>
          </a:p>
        </p:txBody>
      </p:sp>
      <p:pic>
        <p:nvPicPr>
          <p:cNvPr id="12" name="Picture 11" descr="mobile_inventory_invo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1143000"/>
            <a:ext cx="2651760" cy="57386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89720" y="6035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5F"/>
                </a:solidFill>
                <a:latin typeface="Calibri"/>
              </a:rPr>
              <a:t>Invoices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v2.0  ·  Internal team walkthrough  ·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Inventory — function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Shell tabs + supporting screens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Stock — on-hand, value, adjust, checkout, barcode scan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Materials — SKU master, units, prices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Parties — customers &amp; vendors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Quotes — customer quotations (events wording where vertical=EVENTS)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Sales — sell / checkout flows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Warehouse — multi-location, transfers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Procurement — purchasing / inbound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Invoices — sales AR with filters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Bills — purchase AP with filters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Reports — inventory analytics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Settings — business profile, vertical, language, team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•  Notifications + AI assistant FAB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280160"/>
            <a:ext cx="5120640" cy="47548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Business profiles (demo)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0116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Material supplier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Retail / Kirana (GENERAL + FEFO)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Wholesale / cash &amp; carry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Distributor / stockist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Trader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Equipment dealer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Events &amp; lighting (EVENTS vertical)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4155"/>
                </a:solidFill>
                <a:latin typeface="Calibri"/>
              </a:rPr>
              <a:t>•  General 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v2.0  ·  Internal team walkthrough  ·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Suggested team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BD5E1"/>
                </a:solidFill>
                <a:latin typeface="Calibri"/>
              </a:rPr>
              <a:t>30–40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6868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669280" cy="1143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02920" cy="1143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5087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3258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Log in as admin@buildflow.com — open Companies &amp; Tickets.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143000"/>
            <a:ext cx="5669280" cy="1143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143000"/>
            <a:ext cx="502920" cy="1143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5087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3258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Construction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6459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owner@reddyconst.com — Dashboard → Projects → open NH-45 sample.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423160"/>
            <a:ext cx="5669280" cy="1143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423160"/>
            <a:ext cx="502920" cy="1143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7889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6060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Estimate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9260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Proposals / Estimation → show BOQ &amp; permissions.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423160"/>
            <a:ext cx="5669280" cy="1143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423160"/>
            <a:ext cx="502920" cy="1143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7889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6060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Site 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9260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Planning + Reports + Assistant FAB.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703320"/>
            <a:ext cx="5669280" cy="1143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703320"/>
            <a:ext cx="502920" cy="1143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40690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3886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Finance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2062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Accounting + Reports Hub.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703320"/>
            <a:ext cx="5669280" cy="1143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703320"/>
            <a:ext cx="502920" cy="1143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6792" y="40690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38862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Admin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2062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Settings → Users &amp; Role permissions.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983479"/>
            <a:ext cx="5669280" cy="1143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983479"/>
            <a:ext cx="502920" cy="1143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534923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16635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Inventory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48639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owner@hydmaterials.com — Stock → Sales → Invoices.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983479"/>
            <a:ext cx="5669280" cy="1143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4983479"/>
            <a:ext cx="502920" cy="1143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36792" y="534923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516635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Calibri"/>
              </a:rPr>
              <a:t>Verticals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548639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Calibri"/>
              </a:rPr>
              <a:t>Optional: kirana-demo (FEFO) or luminalighting (events).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BuildFlow v2.0  ·  Internal team walkthrough  ·  Confidential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91695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Questions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Calibri"/>
              </a:rPr>
              <a:t>Screenshots live under docs/team-ppt/screenshots/
Re-capture anytime: node docs/team-ppt/capture-screens.mjs
Credentials: docs/DEMO_CREDENTIALS.txt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59E0B"/>
                </a:solidFill>
                <a:latin typeface="Calibri"/>
              </a:rPr>
              <a:t>BuildFlow v2.0 — built for the field, designed for the boardroom.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