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uildfl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40280"/>
            <a:ext cx="3931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BuildFlow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803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9E0B"/>
                </a:solidFill>
                <a:latin typeface="Calibri"/>
              </a:rPr>
              <a:t>Construction ERP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Android  ·  iOS  · 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2336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Owner Quick-Start Guide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CBD5E1"/>
                </a:solidFill>
                <a:latin typeface="Calibri"/>
              </a:rPr>
              <a:t>One company account. Use it on phone at site and on desktop in the office.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55448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3A5F"/>
                </a:solidFill>
                <a:latin typeface="Calibri"/>
              </a:rPr>
              <a:t>Ready for owners who run sites &amp; boards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0F172A"/>
                </a:solidFill>
                <a:latin typeface="Calibri"/>
              </a:rPr>
              <a:t>✓  Approve estimates &amp; variations from anywhere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0F172A"/>
                </a:solidFill>
                <a:latin typeface="Calibri"/>
              </a:rPr>
              <a:t>✓  See budgets and receivables on Owner Home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0F172A"/>
                </a:solidFill>
                <a:latin typeface="Calibri"/>
              </a:rPr>
              <a:t>✓  Invite PM, site, store, QC, accounts in minutes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0F172A"/>
                </a:solidFill>
                <a:latin typeface="Calibri"/>
              </a:rPr>
              <a:t>✓  Same live data on Android, iOS, and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5943600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Screenshots: live Reddy Constructions demo  ·  BuildFlow v2.0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One product — three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Owners and teams use the same Construction ERP on phone and desktop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36118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Calibri"/>
              </a:rPr>
              <a:t>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Calibri"/>
              </a:rPr>
              <a:t>Phone &amp; tablet at site, store, weighbridge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6118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Calibri"/>
              </a:rPr>
              <a:t>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317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Calibri"/>
              </a:rPr>
              <a:t>iPhone / iPad for PM &amp; Owner on the move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463040"/>
            <a:ext cx="36118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737360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  <a:latin typeface="Calibri"/>
              </a:rPr>
              <a:t>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317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F172A"/>
                </a:solidFill>
                <a:latin typeface="Calibri"/>
              </a:rPr>
              <a:t>Desktop for estimates, accounting, approvals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404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E3A5F"/>
                </a:solidFill>
                <a:latin typeface="Calibri"/>
              </a:rPr>
              <a:t>How to open it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Calibri"/>
              </a:rPr>
              <a:t>•  Web: open your BuildFlow company URL in Chrome / Edge / Safari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Calibri"/>
              </a:rPr>
              <a:t>•  Android: install the BuildFlow app (or open the same URL in Chrome)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Calibri"/>
              </a:rPr>
              <a:t>•  iOS: install the BuildFlow app (or open the same URL in Safari / Add to Home Screen)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Calibri"/>
              </a:rPr>
              <a:t>•  Login is always email/mobile + OTP — no passwords to share on WhatsApp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What you will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Practical path so your company starts using BuildFlow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Sign in (OTP)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46304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82880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7744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Owner Home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2880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Projects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6304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82880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37744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Estimates → BOQ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3192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8056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Procurement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356616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393192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48056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Accounting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56616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93192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48056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Invite team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3566160"/>
            <a:ext cx="269748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3931920"/>
            <a:ext cx="2286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59E0B"/>
                </a:solidFill>
                <a:latin typeface="Calibr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480560"/>
            <a:ext cx="2286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Day-1 checklist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1. Sign in — email or mobile + OTP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Identical login on Android, iOS, and Web. Owners and field staff use the same secure flow.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1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1-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Send OTP  ·  Enter 6-digit code  ·  Land on Owner 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2. Owner Home — company 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Active projects, receivables, progress, budget burn, team activity — on phone or desktop.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2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2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KPIs at a glance  ·  Quick actions  ·  Approve from anywhere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3. Projects — your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Create jobs, set budgets, open any site. Desktop for planning; phone for quick checks.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3-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3-proje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3-proj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+ New Project  ·  Filter Active / Planning  ·  Open NH-45 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4. Inside a project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Budget, committed spend, schedule health. Money stays Owner/PM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10-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10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10-pro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Overview KPIs  ·  Tabs for BOQ &amp; more  ·  Setup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5. Estimates → BOQ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Approve commercially on web; track quantities on site with the 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11-bo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11-bo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11-bo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Owner approves estimate  ·  Convert to BOQ  ·  Site measures qty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6. Procurement — indents, PO, GRN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PM/Store raise indents; weighbridge/store receive on mobile at the gate.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12-procur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12-procure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12-procur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Indent from BOQ  ·  Approve PO  ·  GRN on phone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7. Variations — Owner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PM/DPM draft change orders; only Owner signs off cost &amp; schedule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13-vari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13-vari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13-vari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Review impact  ·  Approve / reject  ·  Convert VO → BOQ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8. Accounting — invoices &amp; bills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Desktop for finance ops; phone for quick status. Accountant can approve bills.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4-accoun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4-accoun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4-account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Invoices &amp; bills  ·  Record payments  ·  Tally / GST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9. Planning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CPM-style planning on web; progress checks on mobile.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7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7-plan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7-plan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Tasks &amp; schedule  ·  Progress %  ·  Overdue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10. Reports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Board packs and PDF downloads — best on web; share links from 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5-reports-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5-reports-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5-reports-h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Progress PDFs  ·  P&amp;L / EVA  ·  GST &amp; TDS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11. Invite your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Settings → Users on web (recommended). Roles: PM, Site, Store, QC, Accountant…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pic>
        <p:nvPicPr>
          <p:cNvPr id="7" name="Picture 6" descr="09-settings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4160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5236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iOS</a:t>
            </a:r>
          </a:p>
        </p:txBody>
      </p:sp>
      <p:pic>
        <p:nvPicPr>
          <p:cNvPr id="9" name="Picture 8" descr="09-settings-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71600"/>
            <a:ext cx="1965960" cy="4160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646920" y="1051560"/>
            <a:ext cx="1234440" cy="25603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ANDROID</a:t>
            </a:r>
          </a:p>
        </p:txBody>
      </p:sp>
      <p:pic>
        <p:nvPicPr>
          <p:cNvPr id="11" name="Picture 10" descr="09-settings-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1371600"/>
            <a:ext cx="205740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669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4748B"/>
                </a:solidFill>
                <a:latin typeface="Calibri"/>
              </a:rPr>
              <a:t>Same account · same data  ·  Invite by email/phone  ·  Pick role  ·  OTP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Who does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Share with leadership — works the same on every device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09728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Owner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50876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Approve estimates &amp; VOs · finance · invite users · settings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09728" cy="8046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PM / DPM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2316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Run projects · estimates · procurement · draft variations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112471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109728" cy="8046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918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Site / QC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33756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Daily reports · measure · drawings · snags (no money)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23360"/>
            <a:ext cx="112471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109728" cy="8046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2062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Store / Weighbridge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25196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Indents · GRN · stock on phone at gate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37760"/>
            <a:ext cx="112471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937760"/>
            <a:ext cx="109728" cy="80467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1206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1E3A5F"/>
                </a:solidFill>
                <a:latin typeface="Calibri"/>
              </a:rPr>
              <a:t>Accountant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166360"/>
            <a:ext cx="8046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Invoices · bills · payments · Tally / GST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E3A5F"/>
                </a:solidFill>
                <a:latin typeface="Calibri"/>
              </a:rPr>
              <a:t>Day-1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836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Use phone + web together — start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53212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</a:rPr>
              <a:t>Morning (Web or iPad)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Sign in as Owner (OTP)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Review Owner Home KPIs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Create / open your real project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Set budget, client, dates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Invite PM + Site + Accountant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Optional: walk NH-45 sample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532120" cy="4754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</a:rPr>
              <a:t>Afternoon (Phone + Web)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PM drafts first estimate (Web)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You approve on phone or desktop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Convert to BOQ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First indent → GRN on Android/iOS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First vendor bill → Accountant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Calibri"/>
              </a:rPr>
              <a:t>•  Download one PDF from Reports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0528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BuildFlow Construction ERP  ·  Android · iOS · Web  ·  Owner Quick-Start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10528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uildfl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09728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286000"/>
            <a:ext cx="9966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Android · iOS · Web — you’re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CBD5E1"/>
                </a:solidFill>
                <a:latin typeface="Calibri"/>
              </a:rPr>
              <a:t>Owner approves. PM delivers. Site executes. Store receives. Accounts closes the books — one BuildFlow company everywhere.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84632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Install on phones this week. Run the first live estimate → BOQ → indent cycle on one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